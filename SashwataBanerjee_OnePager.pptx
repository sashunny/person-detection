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45720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SASHWATA</a:t>
            </a:r>
            <a:endParaRPr lang="en-US" sz="2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BANERJEE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Medical Imaging ML Engineer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Kolkata, India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+91 9092223196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sashwata21@gmail.com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GitHub  |  Blog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years in production computer vision — medical imaging, biometrics, and real-time perception.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AI, PHI/PII detection (OCR + CV), model quantization &amp; edge deployment, real-time tracking.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806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0624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MS, Electrical &amp; Computer Engineering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Concentration: Computer Vision, ML, Algorithms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University, Boston, MA · 2021–2023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384048"/>
            <a:ext cx="7799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SUMMARY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658368"/>
            <a:ext cx="7799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Medical Imaging ML Engineer with 4+ years of production experience across medical imaging, biometrics, and real-time perception. Led CV/OCR pipeline development at Genentech and deployed quantized models for real-time ultrasound analysis at Philips. Author of 5 peer-reviewed publications; fluent across the full stack — C++, Python, PyTorch, OpenCV, edge/Android/cloud deployment.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1417320"/>
            <a:ext cx="7799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1673352"/>
            <a:ext cx="7799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TensorFlow, Keras, TFLite, ONNX, Vision Transformers (ViT), CNNs, Transfer Learning, Quantization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1929384"/>
            <a:ext cx="7799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Vision: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Classification, Tracking, Face Recognition, Depth Estimation, GAN, Segmentation, OCR, SLAM, Geometric Vision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2185416"/>
            <a:ext cx="7799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Systems: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Docker, Linux, Git, DICOM, Android, Real-Time Inference, TPU/GPU Training, AWS, GCP, HPC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2496312"/>
            <a:ext cx="7799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2788920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Engineer, Medical Imaging  </a:t>
            </a:r>
            <a:pPr indent="0" marL="0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Genentech, South San Francisco, CA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131552" y="2788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2023 – Jun 2026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2990088"/>
            <a:ext cx="7799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evaluation of OCR/CV pipelines for PHI/PII detection across ultrasound, radiology &amp; ophthalmology images, improving character-level accuracy 32% over baseline.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&amp; Dockerized an MRI refacing algorithm for anonymizing brain scans (NIfTI), improving throughput 35% via multi-threading; deployed to production and evaluated downstream imaging-quality impact.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cross-platform packages (Windows, macOS, Linux, AWS, GCP, HPC) for scalable DICOM/clinical imaging workflows; coordinated offshore teams and cross-functional stakeholders.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3959352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AI Engineer Co-op  </a:t>
            </a:r>
            <a:pPr indent="0" marL="0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Philips, Cambridge, MA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131552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2022 – Dec 2022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160520"/>
            <a:ext cx="7799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AI models from PyTorch to TFLite with post-training quantization; deployed in an Android platform for evaluating medical imaging AI models.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Python DICOM (Ultrasound) → TFLite preprocessing pipeline, boosting model-testing throughput 50%.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prototype C++ Android app with a 5-engineer team for real-time fetal ultrasound analysis (patent applied).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4965192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Engineer Intern  </a:t>
            </a:r>
            <a:pPr indent="0" marL="0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HyperVerge, Bangalore, India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2020 – May 2021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5166360"/>
            <a:ext cx="7799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10+ classifiers (ViT, Inception, etc.) on millions of images for presentation/mask attack detection — 97% accuracy on real-world identity-fraud data.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1,000+ synthetic images in Unreal Engine (blur, exposure, occlusion) to overcome limited spoof-detection training data.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5715000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Engineer  </a:t>
            </a:r>
            <a:pPr indent="0" marL="0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Inferigence Quotient, Bangalore, India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131552" y="5715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2019 – Sep 2020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069080" y="5916168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from scratch (YOLO, MobileNet) and built a face-detection dataset to guide model selection for real-time person detection.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DeepSort to C++ for Android/TFLite with Extended Kalman Filter + ArUco markers — 98% accurate real-time 3D person tracking.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069080" y="6601968"/>
            <a:ext cx="7799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peer-reviewed publications · 80+ citations (ResearchGate)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2026-09-16T18:06:02Z</dcterms:created>
  <dcterms:modified xsi:type="dcterms:W3CDTF">2026-09-16T18:06:02Z</dcterms:modified>
</cp:coreProperties>
</file>